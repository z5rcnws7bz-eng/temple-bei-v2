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Roboto"/>
      <p:regular r:id="rId17"/>
      <p:bold r:id="rId18"/>
      <p:italic r:id="rId19"/>
      <p:boldItalic r:id="rId20"/>
    </p:embeddedFont>
    <p:embeddedFont>
      <p:font typeface="Playfair Display"/>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boldItalic.fntdata"/><Relationship Id="rId11" Type="http://schemas.openxmlformats.org/officeDocument/2006/relationships/slide" Target="slides/slide6.xml"/><Relationship Id="rId22" Type="http://schemas.openxmlformats.org/officeDocument/2006/relationships/font" Target="fonts/PlayfairDisplay-bold.fntdata"/><Relationship Id="rId10" Type="http://schemas.openxmlformats.org/officeDocument/2006/relationships/slide" Target="slides/slide5.xml"/><Relationship Id="rId21" Type="http://schemas.openxmlformats.org/officeDocument/2006/relationships/font" Target="fonts/PlayfairDisplay-regular.fntdata"/><Relationship Id="rId13" Type="http://schemas.openxmlformats.org/officeDocument/2006/relationships/slide" Target="slides/slide8.xml"/><Relationship Id="rId24" Type="http://schemas.openxmlformats.org/officeDocument/2006/relationships/font" Target="fonts/PlayfairDisplay-boldItalic.fntdata"/><Relationship Id="rId12" Type="http://schemas.openxmlformats.org/officeDocument/2006/relationships/slide" Target="slides/slide7.xml"/><Relationship Id="rId23" Type="http://schemas.openxmlformats.org/officeDocument/2006/relationships/font" Target="fonts/PlayfairDisplay-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oboto-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Roboto-italic.fntdata"/><Relationship Id="rId6" Type="http://schemas.openxmlformats.org/officeDocument/2006/relationships/slide" Target="slides/slide1.xml"/><Relationship Id="rId18" Type="http://schemas.openxmlformats.org/officeDocument/2006/relationships/font" Target="fonts/Roboto-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ca21ce745d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ca21ce745d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d7fd44c983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d7fd44c983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7e67c9b9a1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7e67c9b9a1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ab3f689da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ab3f689da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ded26f9cd2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ded26f9cd2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700adbb3c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700adbb3c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700adbb3c1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700adbb3c1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ab3f689da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ab3f689da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dec648ddd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dec648ddd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7e67c9b9a1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7e67c9b9a1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grpSp>
        <p:nvGrpSpPr>
          <p:cNvPr id="10" name="Google Shape;10;p2"/>
          <p:cNvGrpSpPr/>
          <p:nvPr/>
        </p:nvGrpSpPr>
        <p:grpSpPr>
          <a:xfrm>
            <a:off x="6098378" y="5"/>
            <a:ext cx="3045625" cy="2030570"/>
            <a:chOff x="6098378" y="5"/>
            <a:chExt cx="3045625" cy="2030570"/>
          </a:xfrm>
        </p:grpSpPr>
        <p:sp>
          <p:nvSpPr>
            <p:cNvPr id="11" name="Google Shape;11;p2"/>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598100" y="1775222"/>
            <a:ext cx="8222100" cy="8388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17" name="Google Shape;17;p2"/>
          <p:cNvSpPr txBox="1"/>
          <p:nvPr>
            <p:ph idx="1" type="subTitle"/>
          </p:nvPr>
        </p:nvSpPr>
        <p:spPr>
          <a:xfrm>
            <a:off x="598088" y="2715913"/>
            <a:ext cx="8222100" cy="432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2100"/>
              <a:buNone/>
              <a:defRPr sz="2100">
                <a:solidFill>
                  <a:schemeClr val="lt1"/>
                </a:solidFill>
              </a:defRPr>
            </a:lvl1pPr>
            <a:lvl2pPr lvl="1">
              <a:lnSpc>
                <a:spcPct val="100000"/>
              </a:lnSpc>
              <a:spcBef>
                <a:spcPts val="0"/>
              </a:spcBef>
              <a:spcAft>
                <a:spcPts val="0"/>
              </a:spcAft>
              <a:buClr>
                <a:schemeClr val="lt1"/>
              </a:buClr>
              <a:buSzPts val="2100"/>
              <a:buNone/>
              <a:defRPr sz="2100">
                <a:solidFill>
                  <a:schemeClr val="lt1"/>
                </a:solidFill>
              </a:defRPr>
            </a:lvl2pPr>
            <a:lvl3pPr lvl="2">
              <a:lnSpc>
                <a:spcPct val="100000"/>
              </a:lnSpc>
              <a:spcBef>
                <a:spcPts val="0"/>
              </a:spcBef>
              <a:spcAft>
                <a:spcPts val="0"/>
              </a:spcAft>
              <a:buClr>
                <a:schemeClr val="lt1"/>
              </a:buClr>
              <a:buSzPts val="2100"/>
              <a:buNone/>
              <a:defRPr sz="2100">
                <a:solidFill>
                  <a:schemeClr val="lt1"/>
                </a:solidFill>
              </a:defRPr>
            </a:lvl3pPr>
            <a:lvl4pPr lvl="3">
              <a:lnSpc>
                <a:spcPct val="100000"/>
              </a:lnSpc>
              <a:spcBef>
                <a:spcPts val="0"/>
              </a:spcBef>
              <a:spcAft>
                <a:spcPts val="0"/>
              </a:spcAft>
              <a:buClr>
                <a:schemeClr val="lt1"/>
              </a:buClr>
              <a:buSzPts val="2100"/>
              <a:buNone/>
              <a:defRPr sz="2100">
                <a:solidFill>
                  <a:schemeClr val="lt1"/>
                </a:solidFill>
              </a:defRPr>
            </a:lvl4pPr>
            <a:lvl5pPr lvl="4">
              <a:lnSpc>
                <a:spcPct val="100000"/>
              </a:lnSpc>
              <a:spcBef>
                <a:spcPts val="0"/>
              </a:spcBef>
              <a:spcAft>
                <a:spcPts val="0"/>
              </a:spcAft>
              <a:buClr>
                <a:schemeClr val="lt1"/>
              </a:buClr>
              <a:buSzPts val="2100"/>
              <a:buNone/>
              <a:defRPr sz="2100">
                <a:solidFill>
                  <a:schemeClr val="lt1"/>
                </a:solidFill>
              </a:defRPr>
            </a:lvl5pPr>
            <a:lvl6pPr lvl="5">
              <a:lnSpc>
                <a:spcPct val="100000"/>
              </a:lnSpc>
              <a:spcBef>
                <a:spcPts val="0"/>
              </a:spcBef>
              <a:spcAft>
                <a:spcPts val="0"/>
              </a:spcAft>
              <a:buClr>
                <a:schemeClr val="lt1"/>
              </a:buClr>
              <a:buSzPts val="2100"/>
              <a:buNone/>
              <a:defRPr sz="2100">
                <a:solidFill>
                  <a:schemeClr val="lt1"/>
                </a:solidFill>
              </a:defRPr>
            </a:lvl6pPr>
            <a:lvl7pPr lvl="6">
              <a:lnSpc>
                <a:spcPct val="100000"/>
              </a:lnSpc>
              <a:spcBef>
                <a:spcPts val="0"/>
              </a:spcBef>
              <a:spcAft>
                <a:spcPts val="0"/>
              </a:spcAft>
              <a:buClr>
                <a:schemeClr val="lt1"/>
              </a:buClr>
              <a:buSzPts val="2100"/>
              <a:buNone/>
              <a:defRPr sz="2100">
                <a:solidFill>
                  <a:schemeClr val="lt1"/>
                </a:solidFill>
              </a:defRPr>
            </a:lvl7pPr>
            <a:lvl8pPr lvl="7">
              <a:lnSpc>
                <a:spcPct val="100000"/>
              </a:lnSpc>
              <a:spcBef>
                <a:spcPts val="0"/>
              </a:spcBef>
              <a:spcAft>
                <a:spcPts val="0"/>
              </a:spcAft>
              <a:buClr>
                <a:schemeClr val="lt1"/>
              </a:buClr>
              <a:buSzPts val="2100"/>
              <a:buNone/>
              <a:defRPr sz="2100">
                <a:solidFill>
                  <a:schemeClr val="lt1"/>
                </a:solidFill>
              </a:defRPr>
            </a:lvl8pPr>
            <a:lvl9pPr lvl="8">
              <a:lnSpc>
                <a:spcPct val="100000"/>
              </a:lnSpc>
              <a:spcBef>
                <a:spcPts val="0"/>
              </a:spcBef>
              <a:spcAft>
                <a:spcPts val="0"/>
              </a:spcAft>
              <a:buClr>
                <a:schemeClr val="lt1"/>
              </a:buClr>
              <a:buSzPts val="2100"/>
              <a:buNone/>
              <a:defRPr sz="2100">
                <a:solidFill>
                  <a:schemeClr val="lt1"/>
                </a:solidFill>
              </a:defRPr>
            </a:lvl9pPr>
          </a:lstStyle>
          <a:p/>
        </p:txBody>
      </p:sp>
      <p:sp>
        <p:nvSpPr>
          <p:cNvPr id="18" name="Google Shape;18;p2"/>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9" name="Shape 19"/>
        <p:cNvGrpSpPr/>
        <p:nvPr/>
      </p:nvGrpSpPr>
      <p:grpSpPr>
        <a:xfrm>
          <a:off x="0" y="0"/>
          <a:ext cx="0" cy="0"/>
          <a:chOff x="0" y="0"/>
          <a:chExt cx="0" cy="0"/>
        </a:xfrm>
      </p:grpSpPr>
      <p:grpSp>
        <p:nvGrpSpPr>
          <p:cNvPr id="20" name="Google Shape;20;p3"/>
          <p:cNvGrpSpPr/>
          <p:nvPr/>
        </p:nvGrpSpPr>
        <p:grpSpPr>
          <a:xfrm>
            <a:off x="6098378" y="5"/>
            <a:ext cx="3045625" cy="2030570"/>
            <a:chOff x="6098378" y="5"/>
            <a:chExt cx="3045625" cy="2030570"/>
          </a:xfrm>
        </p:grpSpPr>
        <p:sp>
          <p:nvSpPr>
            <p:cNvPr id="21" name="Google Shape;21;p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txBox="1"/>
          <p:nvPr>
            <p:ph type="title"/>
          </p:nvPr>
        </p:nvSpPr>
        <p:spPr>
          <a:xfrm>
            <a:off x="598100" y="2152347"/>
            <a:ext cx="8222100" cy="838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p:txBody>
      </p:sp>
      <p:sp>
        <p:nvSpPr>
          <p:cNvPr id="27" name="Google Shape;27;p3"/>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8" name="Shape 28"/>
        <p:cNvGrpSpPr/>
        <p:nvPr/>
      </p:nvGrpSpPr>
      <p:grpSpPr>
        <a:xfrm>
          <a:off x="0" y="0"/>
          <a:ext cx="0" cy="0"/>
          <a:chOff x="0" y="0"/>
          <a:chExt cx="0" cy="0"/>
        </a:xfrm>
      </p:grpSpPr>
      <p:grpSp>
        <p:nvGrpSpPr>
          <p:cNvPr id="29" name="Google Shape;29;p4"/>
          <p:cNvGrpSpPr/>
          <p:nvPr/>
        </p:nvGrpSpPr>
        <p:grpSpPr>
          <a:xfrm>
            <a:off x="0" y="3903669"/>
            <a:ext cx="9144000" cy="1239925"/>
            <a:chOff x="0" y="3903669"/>
            <a:chExt cx="9144000" cy="1239925"/>
          </a:xfrm>
        </p:grpSpPr>
        <p:sp>
          <p:nvSpPr>
            <p:cNvPr id="30" name="Google Shape;30;p4"/>
            <p:cNvSpPr/>
            <p:nvPr/>
          </p:nvSpPr>
          <p:spPr>
            <a:xfrm>
              <a:off x="8154895"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p:nvPr/>
          </p:nvSpPr>
          <p:spPr>
            <a:xfrm flipH="1">
              <a:off x="6181163" y="3903669"/>
              <a:ext cx="989100" cy="9879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7170274" y="3903669"/>
              <a:ext cx="989100" cy="987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rot="10800000">
              <a:off x="8154757" y="3903682"/>
              <a:ext cx="989100" cy="9879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0" y="4891594"/>
              <a:ext cx="9144000" cy="25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 name="Google Shape;35;p4"/>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4"/>
          <p:cNvSpPr txBox="1"/>
          <p:nvPr>
            <p:ph idx="1" type="body"/>
          </p:nvPr>
        </p:nvSpPr>
        <p:spPr>
          <a:xfrm>
            <a:off x="311700" y="1229875"/>
            <a:ext cx="8520600" cy="33390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37" name="Google Shape;37;p4"/>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 name="Shape 38"/>
        <p:cNvGrpSpPr/>
        <p:nvPr/>
      </p:nvGrpSpPr>
      <p:grpSpPr>
        <a:xfrm>
          <a:off x="0" y="0"/>
          <a:ext cx="0" cy="0"/>
          <a:chOff x="0" y="0"/>
          <a:chExt cx="0" cy="0"/>
        </a:xfrm>
      </p:grpSpPr>
      <p:sp>
        <p:nvSpPr>
          <p:cNvPr id="39" name="Google Shape;39;p5"/>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 name="Google Shape;40;p5"/>
          <p:cNvSpPr txBox="1"/>
          <p:nvPr>
            <p:ph idx="1" type="body"/>
          </p:nvPr>
        </p:nvSpPr>
        <p:spPr>
          <a:xfrm>
            <a:off x="311700" y="1229975"/>
            <a:ext cx="3999900" cy="3339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1" name="Google Shape;41;p5"/>
          <p:cNvSpPr txBox="1"/>
          <p:nvPr>
            <p:ph idx="2" type="body"/>
          </p:nvPr>
        </p:nvSpPr>
        <p:spPr>
          <a:xfrm>
            <a:off x="4832400" y="1229975"/>
            <a:ext cx="3999900" cy="3339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2" name="Google Shape;42;p5"/>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6"/>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5" name="Google Shape;45;p6"/>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8" name="Google Shape;48;p7"/>
          <p:cNvSpPr txBox="1"/>
          <p:nvPr>
            <p:ph idx="1" type="body"/>
          </p:nvPr>
        </p:nvSpPr>
        <p:spPr>
          <a:xfrm>
            <a:off x="311700" y="1465804"/>
            <a:ext cx="2808000" cy="3103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9" name="Google Shape;49;p7"/>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50" name="Shape 50"/>
        <p:cNvGrpSpPr/>
        <p:nvPr/>
      </p:nvGrpSpPr>
      <p:grpSpPr>
        <a:xfrm>
          <a:off x="0" y="0"/>
          <a:ext cx="0" cy="0"/>
          <a:chOff x="0" y="0"/>
          <a:chExt cx="0" cy="0"/>
        </a:xfrm>
      </p:grpSpPr>
      <p:grpSp>
        <p:nvGrpSpPr>
          <p:cNvPr id="51" name="Google Shape;51;p8"/>
          <p:cNvGrpSpPr/>
          <p:nvPr/>
        </p:nvGrpSpPr>
        <p:grpSpPr>
          <a:xfrm>
            <a:off x="6098378" y="5"/>
            <a:ext cx="3045625" cy="2030570"/>
            <a:chOff x="6098378" y="5"/>
            <a:chExt cx="3045625" cy="2030570"/>
          </a:xfrm>
        </p:grpSpPr>
        <p:sp>
          <p:nvSpPr>
            <p:cNvPr id="52" name="Google Shape;52;p8"/>
            <p:cNvSpPr/>
            <p:nvPr/>
          </p:nvSpPr>
          <p:spPr>
            <a:xfrm>
              <a:off x="8128803" y="16"/>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8"/>
            <p:cNvSpPr/>
            <p:nvPr/>
          </p:nvSpPr>
          <p:spPr>
            <a:xfrm flipH="1">
              <a:off x="7113463" y="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p:nvPr/>
          </p:nvSpPr>
          <p:spPr>
            <a:xfrm flipH="1" rot="10800000">
              <a:off x="7113588" y="107"/>
              <a:ext cx="1015200" cy="10152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8"/>
            <p:cNvSpPr/>
            <p:nvPr/>
          </p:nvSpPr>
          <p:spPr>
            <a:xfrm rot="10800000">
              <a:off x="6098378" y="97"/>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p:nvPr/>
          </p:nvSpPr>
          <p:spPr>
            <a:xfrm rot="10800000">
              <a:off x="8128789" y="1015375"/>
              <a:ext cx="1015200" cy="1015200"/>
            </a:xfrm>
            <a:prstGeom prst="rtTriangl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 name="Google Shape;57;p8"/>
          <p:cNvSpPr txBox="1"/>
          <p:nvPr>
            <p:ph type="title"/>
          </p:nvPr>
        </p:nvSpPr>
        <p:spPr>
          <a:xfrm>
            <a:off x="490250" y="526350"/>
            <a:ext cx="56187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58" name="Google Shape;58;p8"/>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 name="Google Shape;6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62" name="Google Shape;62;p9"/>
          <p:cNvSpPr txBox="1"/>
          <p:nvPr>
            <p:ph type="title"/>
          </p:nvPr>
        </p:nvSpPr>
        <p:spPr>
          <a:xfrm>
            <a:off x="265500" y="1151100"/>
            <a:ext cx="4045200" cy="15645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3" name="Google Shape;63;p9"/>
          <p:cNvSpPr txBox="1"/>
          <p:nvPr>
            <p:ph idx="1" type="subTitle"/>
          </p:nvPr>
        </p:nvSpPr>
        <p:spPr>
          <a:xfrm>
            <a:off x="265500" y="2769001"/>
            <a:ext cx="4045200" cy="1269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65" name="Google Shape;65;p9"/>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10"/>
          <p:cNvSpPr txBox="1"/>
          <p:nvPr>
            <p:ph idx="1" type="body"/>
          </p:nvPr>
        </p:nvSpPr>
        <p:spPr>
          <a:xfrm>
            <a:off x="319500" y="4230575"/>
            <a:ext cx="5998800" cy="598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68" name="Google Shape;68;p10"/>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9" name="Shape 69"/>
        <p:cNvGrpSpPr/>
        <p:nvPr/>
      </p:nvGrpSpPr>
      <p:grpSpPr>
        <a:xfrm>
          <a:off x="0" y="0"/>
          <a:ext cx="0" cy="0"/>
          <a:chOff x="0" y="0"/>
          <a:chExt cx="0" cy="0"/>
        </a:xfrm>
      </p:grpSpPr>
      <p:grpSp>
        <p:nvGrpSpPr>
          <p:cNvPr id="70" name="Google Shape;70;p11"/>
          <p:cNvGrpSpPr/>
          <p:nvPr/>
        </p:nvGrpSpPr>
        <p:grpSpPr>
          <a:xfrm>
            <a:off x="6098378" y="5"/>
            <a:ext cx="3045625" cy="2030570"/>
            <a:chOff x="6098378" y="5"/>
            <a:chExt cx="3045625" cy="2030570"/>
          </a:xfrm>
        </p:grpSpPr>
        <p:sp>
          <p:nvSpPr>
            <p:cNvPr id="71" name="Google Shape;71;p11"/>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flipH="1" rot="10800000">
              <a:off x="7113588" y="107"/>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rot="10800000">
              <a:off x="6098378" y="9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1"/>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 name="Google Shape;76;p11"/>
          <p:cNvSpPr txBox="1"/>
          <p:nvPr>
            <p:ph hasCustomPrompt="1" type="title"/>
          </p:nvPr>
        </p:nvSpPr>
        <p:spPr>
          <a:xfrm>
            <a:off x="311700" y="1256050"/>
            <a:ext cx="8520600" cy="20307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1"/>
              </a:buClr>
              <a:buSzPts val="12000"/>
              <a:buNone/>
              <a:defRPr sz="12000">
                <a:solidFill>
                  <a:schemeClr val="lt1"/>
                </a:solidFill>
              </a:defRPr>
            </a:lvl1pPr>
            <a:lvl2pPr lvl="1" algn="ctr">
              <a:spcBef>
                <a:spcPts val="0"/>
              </a:spcBef>
              <a:spcAft>
                <a:spcPts val="0"/>
              </a:spcAft>
              <a:buClr>
                <a:schemeClr val="lt1"/>
              </a:buClr>
              <a:buSzPts val="12000"/>
              <a:buNone/>
              <a:defRPr sz="12000">
                <a:solidFill>
                  <a:schemeClr val="lt1"/>
                </a:solidFill>
              </a:defRPr>
            </a:lvl2pPr>
            <a:lvl3pPr lvl="2" algn="ctr">
              <a:spcBef>
                <a:spcPts val="0"/>
              </a:spcBef>
              <a:spcAft>
                <a:spcPts val="0"/>
              </a:spcAft>
              <a:buClr>
                <a:schemeClr val="lt1"/>
              </a:buClr>
              <a:buSzPts val="12000"/>
              <a:buNone/>
              <a:defRPr sz="12000">
                <a:solidFill>
                  <a:schemeClr val="lt1"/>
                </a:solidFill>
              </a:defRPr>
            </a:lvl3pPr>
            <a:lvl4pPr lvl="3" algn="ctr">
              <a:spcBef>
                <a:spcPts val="0"/>
              </a:spcBef>
              <a:spcAft>
                <a:spcPts val="0"/>
              </a:spcAft>
              <a:buClr>
                <a:schemeClr val="lt1"/>
              </a:buClr>
              <a:buSzPts val="12000"/>
              <a:buNone/>
              <a:defRPr sz="12000">
                <a:solidFill>
                  <a:schemeClr val="lt1"/>
                </a:solidFill>
              </a:defRPr>
            </a:lvl4pPr>
            <a:lvl5pPr lvl="4" algn="ctr">
              <a:spcBef>
                <a:spcPts val="0"/>
              </a:spcBef>
              <a:spcAft>
                <a:spcPts val="0"/>
              </a:spcAft>
              <a:buClr>
                <a:schemeClr val="lt1"/>
              </a:buClr>
              <a:buSzPts val="12000"/>
              <a:buNone/>
              <a:defRPr sz="12000">
                <a:solidFill>
                  <a:schemeClr val="lt1"/>
                </a:solidFill>
              </a:defRPr>
            </a:lvl5pPr>
            <a:lvl6pPr lvl="5" algn="ctr">
              <a:spcBef>
                <a:spcPts val="0"/>
              </a:spcBef>
              <a:spcAft>
                <a:spcPts val="0"/>
              </a:spcAft>
              <a:buClr>
                <a:schemeClr val="lt1"/>
              </a:buClr>
              <a:buSzPts val="12000"/>
              <a:buNone/>
              <a:defRPr sz="12000">
                <a:solidFill>
                  <a:schemeClr val="lt1"/>
                </a:solidFill>
              </a:defRPr>
            </a:lvl6pPr>
            <a:lvl7pPr lvl="6" algn="ctr">
              <a:spcBef>
                <a:spcPts val="0"/>
              </a:spcBef>
              <a:spcAft>
                <a:spcPts val="0"/>
              </a:spcAft>
              <a:buClr>
                <a:schemeClr val="lt1"/>
              </a:buClr>
              <a:buSzPts val="12000"/>
              <a:buNone/>
              <a:defRPr sz="12000">
                <a:solidFill>
                  <a:schemeClr val="lt1"/>
                </a:solidFill>
              </a:defRPr>
            </a:lvl7pPr>
            <a:lvl8pPr lvl="7" algn="ctr">
              <a:spcBef>
                <a:spcPts val="0"/>
              </a:spcBef>
              <a:spcAft>
                <a:spcPts val="0"/>
              </a:spcAft>
              <a:buClr>
                <a:schemeClr val="lt1"/>
              </a:buClr>
              <a:buSzPts val="12000"/>
              <a:buNone/>
              <a:defRPr sz="12000">
                <a:solidFill>
                  <a:schemeClr val="lt1"/>
                </a:solidFill>
              </a:defRPr>
            </a:lvl8pPr>
            <a:lvl9pPr lvl="8" algn="ctr">
              <a:spcBef>
                <a:spcPts val="0"/>
              </a:spcBef>
              <a:spcAft>
                <a:spcPts val="0"/>
              </a:spcAft>
              <a:buClr>
                <a:schemeClr val="lt1"/>
              </a:buClr>
              <a:buSzPts val="12000"/>
              <a:buNone/>
              <a:defRPr sz="12000">
                <a:solidFill>
                  <a:schemeClr val="lt1"/>
                </a:solidFill>
              </a:defRPr>
            </a:lvl9pPr>
          </a:lstStyle>
          <a:p>
            <a:r>
              <a:t>xx%</a:t>
            </a:r>
          </a:p>
        </p:txBody>
      </p:sp>
      <p:sp>
        <p:nvSpPr>
          <p:cNvPr id="77" name="Google Shape;77;p11"/>
          <p:cNvSpPr txBox="1"/>
          <p:nvPr>
            <p:ph idx="1" type="body"/>
          </p:nvPr>
        </p:nvSpPr>
        <p:spPr>
          <a:xfrm>
            <a:off x="311700" y="3369225"/>
            <a:ext cx="8520600" cy="12819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1600"/>
              </a:spcBef>
              <a:spcAft>
                <a:spcPts val="0"/>
              </a:spcAft>
              <a:buClr>
                <a:schemeClr val="lt1"/>
              </a:buClr>
              <a:buSzPts val="1400"/>
              <a:buChar char="○"/>
              <a:defRPr>
                <a:solidFill>
                  <a:schemeClr val="lt1"/>
                </a:solidFill>
              </a:defRPr>
            </a:lvl2pPr>
            <a:lvl3pPr indent="-317500" lvl="2" marL="1371600" algn="ctr">
              <a:spcBef>
                <a:spcPts val="1600"/>
              </a:spcBef>
              <a:spcAft>
                <a:spcPts val="0"/>
              </a:spcAft>
              <a:buClr>
                <a:schemeClr val="lt1"/>
              </a:buClr>
              <a:buSzPts val="1400"/>
              <a:buChar char="■"/>
              <a:defRPr>
                <a:solidFill>
                  <a:schemeClr val="lt1"/>
                </a:solidFill>
              </a:defRPr>
            </a:lvl3pPr>
            <a:lvl4pPr indent="-317500" lvl="3" marL="1828800" algn="ctr">
              <a:spcBef>
                <a:spcPts val="1600"/>
              </a:spcBef>
              <a:spcAft>
                <a:spcPts val="0"/>
              </a:spcAft>
              <a:buClr>
                <a:schemeClr val="lt1"/>
              </a:buClr>
              <a:buSzPts val="1400"/>
              <a:buChar char="●"/>
              <a:defRPr>
                <a:solidFill>
                  <a:schemeClr val="lt1"/>
                </a:solidFill>
              </a:defRPr>
            </a:lvl4pPr>
            <a:lvl5pPr indent="-317500" lvl="4" marL="2286000" algn="ctr">
              <a:spcBef>
                <a:spcPts val="1600"/>
              </a:spcBef>
              <a:spcAft>
                <a:spcPts val="0"/>
              </a:spcAft>
              <a:buClr>
                <a:schemeClr val="lt1"/>
              </a:buClr>
              <a:buSzPts val="1400"/>
              <a:buChar char="○"/>
              <a:defRPr>
                <a:solidFill>
                  <a:schemeClr val="lt1"/>
                </a:solidFill>
              </a:defRPr>
            </a:lvl5pPr>
            <a:lvl6pPr indent="-317500" lvl="5" marL="2743200" algn="ctr">
              <a:spcBef>
                <a:spcPts val="1600"/>
              </a:spcBef>
              <a:spcAft>
                <a:spcPts val="0"/>
              </a:spcAft>
              <a:buClr>
                <a:schemeClr val="lt1"/>
              </a:buClr>
              <a:buSzPts val="1400"/>
              <a:buChar char="■"/>
              <a:defRPr>
                <a:solidFill>
                  <a:schemeClr val="lt1"/>
                </a:solidFill>
              </a:defRPr>
            </a:lvl6pPr>
            <a:lvl7pPr indent="-317500" lvl="6" marL="3200400" algn="ctr">
              <a:spcBef>
                <a:spcPts val="1600"/>
              </a:spcBef>
              <a:spcAft>
                <a:spcPts val="0"/>
              </a:spcAft>
              <a:buClr>
                <a:schemeClr val="lt1"/>
              </a:buClr>
              <a:buSzPts val="1400"/>
              <a:buChar char="●"/>
              <a:defRPr>
                <a:solidFill>
                  <a:schemeClr val="lt1"/>
                </a:solidFill>
              </a:defRPr>
            </a:lvl7pPr>
            <a:lvl8pPr indent="-317500" lvl="7" marL="3657600" algn="ctr">
              <a:spcBef>
                <a:spcPts val="1600"/>
              </a:spcBef>
              <a:spcAft>
                <a:spcPts val="0"/>
              </a:spcAft>
              <a:buClr>
                <a:schemeClr val="lt1"/>
              </a:buClr>
              <a:buSzPts val="1400"/>
              <a:buChar char="○"/>
              <a:defRPr>
                <a:solidFill>
                  <a:schemeClr val="lt1"/>
                </a:solidFill>
              </a:defRPr>
            </a:lvl8pPr>
            <a:lvl9pPr indent="-317500" lvl="8" marL="4114800" algn="ctr">
              <a:spcBef>
                <a:spcPts val="1600"/>
              </a:spcBef>
              <a:spcAft>
                <a:spcPts val="1600"/>
              </a:spcAft>
              <a:buClr>
                <a:schemeClr val="lt1"/>
              </a:buClr>
              <a:buSzPts val="1400"/>
              <a:buChar char="■"/>
              <a:defRPr>
                <a:solidFill>
                  <a:schemeClr val="lt1"/>
                </a:solidFill>
              </a:defRPr>
            </a:lvl9pPr>
          </a:lstStyle>
          <a:p/>
        </p:txBody>
      </p:sp>
      <p:sp>
        <p:nvSpPr>
          <p:cNvPr id="78" name="Google Shape;78;p11"/>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9" name="Shape 79"/>
        <p:cNvGrpSpPr/>
        <p:nvPr/>
      </p:nvGrpSpPr>
      <p:grpSpPr>
        <a:xfrm>
          <a:off x="0" y="0"/>
          <a:ext cx="0" cy="0"/>
          <a:chOff x="0" y="0"/>
          <a:chExt cx="0" cy="0"/>
        </a:xfrm>
      </p:grpSpPr>
      <p:sp>
        <p:nvSpPr>
          <p:cNvPr id="80" name="Google Shape;80;p12"/>
          <p:cNvSpPr txBox="1"/>
          <p:nvPr>
            <p:ph idx="12" type="sldNum"/>
          </p:nvPr>
        </p:nvSpPr>
        <p:spPr>
          <a:xfrm>
            <a:off x="8460431" y="4651190"/>
            <a:ext cx="548700" cy="393600"/>
          </a:xfrm>
          <a:prstGeom prst="rect">
            <a:avLst/>
          </a:prstGeom>
        </p:spPr>
        <p:txBody>
          <a:bodyPr anchorCtr="0" anchor="ctr" bIns="91425" lIns="91425" spcFirstLastPara="1" rIns="91425" wrap="square" tIns="91425">
            <a:no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p:txBody>
      </p:sp>
      <p:sp>
        <p:nvSpPr>
          <p:cNvPr id="7" name="Google Shape;7;p1"/>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indent="-317500" lvl="1" marL="9144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2pPr>
            <a:lvl3pPr indent="-317500" lvl="2" marL="13716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3pPr>
            <a:lvl4pPr indent="-317500" lvl="3" marL="18288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4pPr>
            <a:lvl5pPr indent="-317500" lvl="4" marL="22860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5pPr>
            <a:lvl6pPr indent="-317500" lvl="5" marL="27432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6pPr>
            <a:lvl7pPr indent="-317500" lvl="6" marL="32004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7pPr>
            <a:lvl8pPr indent="-317500" lvl="7" marL="3657600">
              <a:lnSpc>
                <a:spcPct val="115000"/>
              </a:lnSpc>
              <a:spcBef>
                <a:spcPts val="1600"/>
              </a:spcBef>
              <a:spcAft>
                <a:spcPts val="0"/>
              </a:spcAft>
              <a:buClr>
                <a:schemeClr val="dk2"/>
              </a:buClr>
              <a:buSzPts val="1400"/>
              <a:buFont typeface="Roboto"/>
              <a:buChar char="○"/>
              <a:defRPr>
                <a:solidFill>
                  <a:schemeClr val="dk2"/>
                </a:solidFill>
                <a:latin typeface="Roboto"/>
                <a:ea typeface="Roboto"/>
                <a:cs typeface="Roboto"/>
                <a:sym typeface="Roboto"/>
              </a:defRPr>
            </a:lvl8pPr>
            <a:lvl9pPr indent="-317500" lvl="8" marL="4114800">
              <a:lnSpc>
                <a:spcPct val="115000"/>
              </a:lnSpc>
              <a:spcBef>
                <a:spcPts val="1600"/>
              </a:spcBef>
              <a:spcAft>
                <a:spcPts val="1600"/>
              </a:spcAft>
              <a:buClr>
                <a:schemeClr val="dk2"/>
              </a:buClr>
              <a:buSzPts val="1400"/>
              <a:buFont typeface="Roboto"/>
              <a:buChar char="■"/>
              <a:defRPr>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www.tohoku.ac.jp/en/research/research_highlights/research_highlight_22.html" TargetMode="External"/><Relationship Id="rId4" Type="http://schemas.openxmlformats.org/officeDocument/2006/relationships/hyperlink" Target="https://academic.oup.com/biomedgerontology/article/60/3/380/630607."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jpg"/><Relationship Id="rId4" Type="http://schemas.openxmlformats.org/officeDocument/2006/relationships/image" Target="../media/image1.jpg"/><Relationship Id="rId5" Type="http://schemas.openxmlformats.org/officeDocument/2006/relationships/image" Target="../media/image2.jpg"/><Relationship Id="rId6" Type="http://schemas.openxmlformats.org/officeDocument/2006/relationships/image" Target="../media/image7.jpg"/><Relationship Id="rId7" Type="http://schemas.openxmlformats.org/officeDocument/2006/relationships/image" Target="../media/image6.jpg"/><Relationship Id="rId8"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txBox="1"/>
          <p:nvPr>
            <p:ph type="ctrTitle"/>
          </p:nvPr>
        </p:nvSpPr>
        <p:spPr>
          <a:xfrm>
            <a:off x="359250" y="928575"/>
            <a:ext cx="8285700" cy="1064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6000"/>
              <a:t>Brain Exercise Initiative</a:t>
            </a:r>
            <a:endParaRPr sz="6000"/>
          </a:p>
        </p:txBody>
      </p:sp>
      <p:pic>
        <p:nvPicPr>
          <p:cNvPr id="86" name="Google Shape;86;p13"/>
          <p:cNvPicPr preferRelativeResize="0"/>
          <p:nvPr/>
        </p:nvPicPr>
        <p:blipFill rotWithShape="1">
          <a:blip r:embed="rId3">
            <a:alphaModFix/>
          </a:blip>
          <a:srcRect b="19038" l="48857" r="7846" t="30071"/>
          <a:stretch/>
        </p:blipFill>
        <p:spPr>
          <a:xfrm>
            <a:off x="2794439" y="2068200"/>
            <a:ext cx="3555126" cy="261162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4"/>
          <p:cNvSpPr txBox="1"/>
          <p:nvPr>
            <p:ph type="title"/>
          </p:nvPr>
        </p:nvSpPr>
        <p:spPr>
          <a:xfrm>
            <a:off x="311700" y="268950"/>
            <a:ext cx="8520600" cy="607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300" u="sng"/>
              <a:t>Our Purpose</a:t>
            </a:r>
            <a:endParaRPr sz="4300" u="sng"/>
          </a:p>
        </p:txBody>
      </p:sp>
      <p:sp>
        <p:nvSpPr>
          <p:cNvPr id="92" name="Google Shape;92;p14"/>
          <p:cNvSpPr txBox="1"/>
          <p:nvPr>
            <p:ph idx="1" type="body"/>
          </p:nvPr>
        </p:nvSpPr>
        <p:spPr>
          <a:xfrm>
            <a:off x="750300" y="1182675"/>
            <a:ext cx="7643400" cy="3537300"/>
          </a:xfrm>
          <a:prstGeom prst="rect">
            <a:avLst/>
          </a:prstGeom>
        </p:spPr>
        <p:txBody>
          <a:bodyPr anchorCtr="0" anchor="t" bIns="91425" lIns="91425" spcFirstLastPara="1" rIns="91425" wrap="square" tIns="91425">
            <a:noAutofit/>
          </a:bodyPr>
          <a:lstStyle/>
          <a:p>
            <a:pPr indent="0" lvl="0" marL="0" rtl="0" algn="ctr">
              <a:spcBef>
                <a:spcPts val="0"/>
              </a:spcBef>
              <a:spcAft>
                <a:spcPts val="1600"/>
              </a:spcAft>
              <a:buNone/>
            </a:pPr>
            <a:r>
              <a:rPr lang="en" sz="3000">
                <a:solidFill>
                  <a:srgbClr val="000000"/>
                </a:solidFill>
              </a:rPr>
              <a:t>We are a 501(c)(3) nonprofit organization that uses simple math, writing, and reading aloud exercises as an intervention to improve cognitive function.</a:t>
            </a:r>
            <a:endParaRPr sz="300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5"/>
          <p:cNvSpPr txBox="1"/>
          <p:nvPr>
            <p:ph type="title"/>
          </p:nvPr>
        </p:nvSpPr>
        <p:spPr>
          <a:xfrm>
            <a:off x="311700" y="296625"/>
            <a:ext cx="8520600" cy="607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300" u="sng"/>
              <a:t>About </a:t>
            </a:r>
            <a:r>
              <a:rPr lang="en" sz="4300" u="sng"/>
              <a:t>Us</a:t>
            </a:r>
            <a:endParaRPr sz="4300" u="sng"/>
          </a:p>
        </p:txBody>
      </p:sp>
      <p:sp>
        <p:nvSpPr>
          <p:cNvPr id="98" name="Google Shape;98;p15"/>
          <p:cNvSpPr txBox="1"/>
          <p:nvPr>
            <p:ph idx="1" type="body"/>
          </p:nvPr>
        </p:nvSpPr>
        <p:spPr>
          <a:xfrm>
            <a:off x="750300" y="1199950"/>
            <a:ext cx="7643400" cy="3537300"/>
          </a:xfrm>
          <a:prstGeom prst="rect">
            <a:avLst/>
          </a:prstGeom>
        </p:spPr>
        <p:txBody>
          <a:bodyPr anchorCtr="0" anchor="t" bIns="91425" lIns="91425" spcFirstLastPara="1" rIns="91425" wrap="square" tIns="91425">
            <a:noAutofit/>
          </a:bodyPr>
          <a:lstStyle/>
          <a:p>
            <a:pPr indent="-374650" lvl="0" marL="457200" rtl="0" algn="l">
              <a:spcBef>
                <a:spcPts val="0"/>
              </a:spcBef>
              <a:spcAft>
                <a:spcPts val="0"/>
              </a:spcAft>
              <a:buClr>
                <a:srgbClr val="000000"/>
              </a:buClr>
              <a:buSzPts val="2300"/>
              <a:buChar char="●"/>
            </a:pPr>
            <a:r>
              <a:rPr lang="en" sz="2300">
                <a:solidFill>
                  <a:srgbClr val="000000"/>
                </a:solidFill>
              </a:rPr>
              <a:t>BEI is an international organization established at Universities in 4 countries</a:t>
            </a:r>
            <a:endParaRPr sz="2300">
              <a:solidFill>
                <a:srgbClr val="000000"/>
              </a:solidFill>
            </a:endParaRPr>
          </a:p>
          <a:p>
            <a:pPr indent="-374650" lvl="0" marL="457200" rtl="0" algn="l">
              <a:spcBef>
                <a:spcPts val="0"/>
              </a:spcBef>
              <a:spcAft>
                <a:spcPts val="0"/>
              </a:spcAft>
              <a:buClr>
                <a:srgbClr val="000000"/>
              </a:buClr>
              <a:buSzPts val="2300"/>
              <a:buChar char="●"/>
            </a:pPr>
            <a:r>
              <a:rPr lang="en" sz="2300">
                <a:solidFill>
                  <a:srgbClr val="000000"/>
                </a:solidFill>
              </a:rPr>
              <a:t>Program is 100% free to participate in</a:t>
            </a:r>
            <a:endParaRPr sz="2300">
              <a:solidFill>
                <a:srgbClr val="000000"/>
              </a:solidFill>
            </a:endParaRPr>
          </a:p>
          <a:p>
            <a:pPr indent="-374650" lvl="0" marL="457200" rtl="0" algn="l">
              <a:spcBef>
                <a:spcPts val="0"/>
              </a:spcBef>
              <a:spcAft>
                <a:spcPts val="0"/>
              </a:spcAft>
              <a:buClr>
                <a:srgbClr val="000000"/>
              </a:buClr>
              <a:buSzPts val="2300"/>
              <a:buChar char="●"/>
            </a:pPr>
            <a:r>
              <a:rPr lang="en" sz="2300">
                <a:solidFill>
                  <a:srgbClr val="000000"/>
                </a:solidFill>
              </a:rPr>
              <a:t>Sessions led entirely by university student volunteers</a:t>
            </a:r>
            <a:endParaRPr sz="2300">
              <a:solidFill>
                <a:srgbClr val="000000"/>
              </a:solidFill>
            </a:endParaRPr>
          </a:p>
          <a:p>
            <a:pPr indent="-374650" lvl="0" marL="457200" rtl="0" algn="l">
              <a:spcBef>
                <a:spcPts val="0"/>
              </a:spcBef>
              <a:spcAft>
                <a:spcPts val="0"/>
              </a:spcAft>
              <a:buClr>
                <a:srgbClr val="000000"/>
              </a:buClr>
              <a:buSzPts val="2300"/>
              <a:buChar char="●"/>
            </a:pPr>
            <a:r>
              <a:rPr lang="en" sz="2300">
                <a:solidFill>
                  <a:srgbClr val="000000"/>
                </a:solidFill>
              </a:rPr>
              <a:t>We currently have 80 Chapters, over 1,000 incredible volunteers, and are continuing to rapidly grow!</a:t>
            </a:r>
            <a:endParaRPr sz="2300">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6"/>
          <p:cNvSpPr txBox="1"/>
          <p:nvPr>
            <p:ph type="title"/>
          </p:nvPr>
        </p:nvSpPr>
        <p:spPr>
          <a:xfrm>
            <a:off x="311700" y="131625"/>
            <a:ext cx="8520600" cy="607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000" u="sng"/>
              <a:t>The Research</a:t>
            </a:r>
            <a:endParaRPr sz="4000" u="sng"/>
          </a:p>
        </p:txBody>
      </p:sp>
      <p:sp>
        <p:nvSpPr>
          <p:cNvPr id="104" name="Google Shape;104;p16"/>
          <p:cNvSpPr txBox="1"/>
          <p:nvPr>
            <p:ph idx="1" type="body"/>
          </p:nvPr>
        </p:nvSpPr>
        <p:spPr>
          <a:xfrm>
            <a:off x="464250" y="827025"/>
            <a:ext cx="8215500" cy="3573600"/>
          </a:xfrm>
          <a:prstGeom prst="rect">
            <a:avLst/>
          </a:prstGeom>
        </p:spPr>
        <p:txBody>
          <a:bodyPr anchorCtr="0" anchor="t" bIns="91425" lIns="91425" spcFirstLastPara="1" rIns="91425" wrap="square" tIns="91425">
            <a:noAutofit/>
          </a:bodyPr>
          <a:lstStyle/>
          <a:p>
            <a:pPr indent="-355600" lvl="0" marL="457200" rtl="0" algn="l">
              <a:lnSpc>
                <a:spcPct val="120000"/>
              </a:lnSpc>
              <a:spcBef>
                <a:spcPts val="0"/>
              </a:spcBef>
              <a:spcAft>
                <a:spcPts val="0"/>
              </a:spcAft>
              <a:buClr>
                <a:srgbClr val="000000"/>
              </a:buClr>
              <a:buSzPts val="2000"/>
              <a:buChar char="●"/>
            </a:pPr>
            <a:r>
              <a:rPr lang="en" sz="2000">
                <a:solidFill>
                  <a:srgbClr val="000000"/>
                </a:solidFill>
              </a:rPr>
              <a:t>Research conducted by Japanese Neuroscientist Dr. Ryuta Kawashima</a:t>
            </a:r>
            <a:endParaRPr sz="2000">
              <a:solidFill>
                <a:srgbClr val="000000"/>
              </a:solidFill>
            </a:endParaRPr>
          </a:p>
          <a:p>
            <a:pPr indent="-355600" lvl="0" marL="457200" rtl="0" algn="l">
              <a:lnSpc>
                <a:spcPct val="120000"/>
              </a:lnSpc>
              <a:spcBef>
                <a:spcPts val="0"/>
              </a:spcBef>
              <a:spcAft>
                <a:spcPts val="0"/>
              </a:spcAft>
              <a:buClr>
                <a:srgbClr val="000000"/>
              </a:buClr>
              <a:buSzPts val="2000"/>
              <a:buChar char="●"/>
            </a:pPr>
            <a:r>
              <a:rPr lang="en" sz="2000">
                <a:solidFill>
                  <a:srgbClr val="000000"/>
                </a:solidFill>
              </a:rPr>
              <a:t>Did simple math, reading, and writing </a:t>
            </a:r>
            <a:endParaRPr sz="2000">
              <a:solidFill>
                <a:srgbClr val="000000"/>
              </a:solidFill>
            </a:endParaRPr>
          </a:p>
          <a:p>
            <a:pPr indent="-342900" lvl="1" marL="914400" rtl="0" algn="l">
              <a:lnSpc>
                <a:spcPct val="120000"/>
              </a:lnSpc>
              <a:spcBef>
                <a:spcPts val="0"/>
              </a:spcBef>
              <a:spcAft>
                <a:spcPts val="0"/>
              </a:spcAft>
              <a:buClr>
                <a:srgbClr val="000000"/>
              </a:buClr>
              <a:buSzPts val="1800"/>
              <a:buChar char="○"/>
            </a:pPr>
            <a:r>
              <a:rPr lang="en" sz="1800">
                <a:solidFill>
                  <a:srgbClr val="000000"/>
                </a:solidFill>
              </a:rPr>
              <a:t>30 minutes a day, 5 days a week</a:t>
            </a:r>
            <a:endParaRPr sz="1800">
              <a:solidFill>
                <a:srgbClr val="000000"/>
              </a:solidFill>
            </a:endParaRPr>
          </a:p>
          <a:p>
            <a:pPr indent="-355600" lvl="0" marL="457200" rtl="0" algn="l">
              <a:lnSpc>
                <a:spcPct val="120000"/>
              </a:lnSpc>
              <a:spcBef>
                <a:spcPts val="0"/>
              </a:spcBef>
              <a:spcAft>
                <a:spcPts val="0"/>
              </a:spcAft>
              <a:buClr>
                <a:srgbClr val="000000"/>
              </a:buClr>
              <a:buSzPts val="2000"/>
              <a:buChar char="●"/>
            </a:pPr>
            <a:r>
              <a:rPr lang="en" sz="2000">
                <a:solidFill>
                  <a:srgbClr val="000000"/>
                </a:solidFill>
              </a:rPr>
              <a:t>Showed improvements in cognitive functioning for Alzheimer’s</a:t>
            </a:r>
            <a:endParaRPr sz="2000">
              <a:solidFill>
                <a:srgbClr val="000000"/>
              </a:solidFill>
            </a:endParaRPr>
          </a:p>
          <a:p>
            <a:pPr indent="-355600" lvl="0" marL="457200" rtl="0" algn="l">
              <a:lnSpc>
                <a:spcPct val="120000"/>
              </a:lnSpc>
              <a:spcBef>
                <a:spcPts val="0"/>
              </a:spcBef>
              <a:spcAft>
                <a:spcPts val="0"/>
              </a:spcAft>
              <a:buClr>
                <a:srgbClr val="000000"/>
              </a:buClr>
              <a:buSzPts val="2000"/>
              <a:buChar char="●"/>
            </a:pPr>
            <a:r>
              <a:rPr lang="en" sz="2000">
                <a:solidFill>
                  <a:srgbClr val="000000"/>
                </a:solidFill>
              </a:rPr>
              <a:t>E</a:t>
            </a:r>
            <a:r>
              <a:rPr lang="en" sz="2000">
                <a:solidFill>
                  <a:srgbClr val="000000"/>
                </a:solidFill>
              </a:rPr>
              <a:t>xercises activate the prefrontal cortex </a:t>
            </a:r>
            <a:endParaRPr sz="2000">
              <a:solidFill>
                <a:srgbClr val="000000"/>
              </a:solidFill>
            </a:endParaRPr>
          </a:p>
          <a:p>
            <a:pPr indent="-342900" lvl="1" marL="914400" rtl="0" algn="l">
              <a:lnSpc>
                <a:spcPct val="120000"/>
              </a:lnSpc>
              <a:spcBef>
                <a:spcPts val="0"/>
              </a:spcBef>
              <a:spcAft>
                <a:spcPts val="0"/>
              </a:spcAft>
              <a:buClr>
                <a:srgbClr val="000000"/>
              </a:buClr>
              <a:buSzPts val="1800"/>
              <a:buChar char="○"/>
            </a:pPr>
            <a:r>
              <a:rPr lang="en" sz="1800">
                <a:solidFill>
                  <a:srgbClr val="000000"/>
                </a:solidFill>
              </a:rPr>
              <a:t>part of brain responsible for memory, planning, and cognition</a:t>
            </a:r>
            <a:endParaRPr sz="1800">
              <a:solidFill>
                <a:srgbClr val="000000"/>
              </a:solidFill>
            </a:endParaRPr>
          </a:p>
          <a:p>
            <a:pPr indent="-355600" lvl="0" marL="457200" rtl="0" algn="l">
              <a:lnSpc>
                <a:spcPct val="120000"/>
              </a:lnSpc>
              <a:spcBef>
                <a:spcPts val="0"/>
              </a:spcBef>
              <a:spcAft>
                <a:spcPts val="0"/>
              </a:spcAft>
              <a:buClr>
                <a:srgbClr val="000000"/>
              </a:buClr>
              <a:buSzPts val="2000"/>
              <a:buChar char="●"/>
            </a:pPr>
            <a:r>
              <a:rPr lang="en" sz="2000">
                <a:solidFill>
                  <a:srgbClr val="000000"/>
                </a:solidFill>
              </a:rPr>
              <a:t>Individuals showed progress in communication skills</a:t>
            </a:r>
            <a:endParaRPr sz="2000">
              <a:solidFill>
                <a:srgbClr val="000000"/>
              </a:solidFill>
            </a:endParaRPr>
          </a:p>
          <a:p>
            <a:pPr indent="-355600" lvl="0" marL="457200" rtl="0" algn="l">
              <a:lnSpc>
                <a:spcPct val="120000"/>
              </a:lnSpc>
              <a:spcBef>
                <a:spcPts val="0"/>
              </a:spcBef>
              <a:spcAft>
                <a:spcPts val="0"/>
              </a:spcAft>
              <a:buClr>
                <a:srgbClr val="000000"/>
              </a:buClr>
              <a:buSzPts val="2000"/>
              <a:buChar char="●"/>
            </a:pPr>
            <a:r>
              <a:rPr lang="en" sz="2000">
                <a:solidFill>
                  <a:srgbClr val="000000"/>
                </a:solidFill>
              </a:rPr>
              <a:t>Reported feeling happier overall</a:t>
            </a:r>
            <a:endParaRPr sz="2000">
              <a:solidFill>
                <a:srgbClr val="000000"/>
              </a:solidFill>
            </a:endParaRPr>
          </a:p>
          <a:p>
            <a:pPr indent="0" lvl="0" marL="0" rtl="0" algn="l">
              <a:spcBef>
                <a:spcPts val="0"/>
              </a:spcBef>
              <a:spcAft>
                <a:spcPts val="1600"/>
              </a:spcAft>
              <a:buNone/>
            </a:pPr>
            <a:r>
              <a:rPr lang="en" sz="1350">
                <a:solidFill>
                  <a:schemeClr val="accent5"/>
                </a:solidFill>
                <a:uFill>
                  <a:noFill/>
                </a:uFill>
                <a:latin typeface="Playfair Display"/>
                <a:ea typeface="Playfair Display"/>
                <a:cs typeface="Playfair Display"/>
                <a:sym typeface="Playfair Display"/>
                <a:hlinkClick r:id="rId3">
                  <a:extLst>
                    <a:ext uri="{A12FA001-AC4F-418D-AE19-62706E023703}">
                      <ahyp:hlinkClr val="tx"/>
                    </a:ext>
                  </a:extLst>
                </a:hlinkClick>
              </a:rPr>
              <a:t>https://www.tohoku.ac.jp/en/research/research_highlights/research_highlight_22.html  and </a:t>
            </a:r>
            <a:r>
              <a:rPr lang="en" sz="1350">
                <a:solidFill>
                  <a:schemeClr val="accent5"/>
                </a:solidFill>
                <a:uFill>
                  <a:noFill/>
                </a:uFill>
                <a:latin typeface="Playfair Display"/>
                <a:ea typeface="Playfair Display"/>
                <a:cs typeface="Playfair Display"/>
                <a:sym typeface="Playfair Display"/>
                <a:hlinkClick r:id="rId4">
                  <a:extLst>
                    <a:ext uri="{A12FA001-AC4F-418D-AE19-62706E023703}">
                      <ahyp:hlinkClr val="tx"/>
                    </a:ext>
                  </a:extLst>
                </a:hlinkClick>
              </a:rPr>
              <a:t>https://academic.oup.com/biomedgerontology/article/60/3/380/630607.</a:t>
            </a:r>
            <a:endParaRPr sz="3600">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7"/>
          <p:cNvSpPr txBox="1"/>
          <p:nvPr>
            <p:ph type="title"/>
          </p:nvPr>
        </p:nvSpPr>
        <p:spPr>
          <a:xfrm>
            <a:off x="311700" y="212550"/>
            <a:ext cx="8520600" cy="607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000" u="sng"/>
              <a:t>What We Do</a:t>
            </a:r>
            <a:endParaRPr sz="4000" u="sng"/>
          </a:p>
        </p:txBody>
      </p:sp>
      <p:sp>
        <p:nvSpPr>
          <p:cNvPr id="110" name="Google Shape;110;p17"/>
          <p:cNvSpPr txBox="1"/>
          <p:nvPr>
            <p:ph idx="1" type="body"/>
          </p:nvPr>
        </p:nvSpPr>
        <p:spPr>
          <a:xfrm>
            <a:off x="443075" y="1109125"/>
            <a:ext cx="8001000" cy="3339000"/>
          </a:xfrm>
          <a:prstGeom prst="rect">
            <a:avLst/>
          </a:prstGeom>
        </p:spPr>
        <p:txBody>
          <a:bodyPr anchorCtr="0" anchor="t" bIns="91425" lIns="91425" spcFirstLastPara="1" rIns="91425" wrap="square" tIns="91425">
            <a:noAutofit/>
          </a:bodyPr>
          <a:lstStyle/>
          <a:p>
            <a:pPr indent="-361950" lvl="0" marL="457200" rtl="0" algn="l">
              <a:lnSpc>
                <a:spcPct val="150000"/>
              </a:lnSpc>
              <a:spcBef>
                <a:spcPts val="0"/>
              </a:spcBef>
              <a:spcAft>
                <a:spcPts val="0"/>
              </a:spcAft>
              <a:buClr>
                <a:srgbClr val="000000"/>
              </a:buClr>
              <a:buSzPts val="2100"/>
              <a:buChar char="●"/>
            </a:pPr>
            <a:r>
              <a:rPr lang="en" sz="2100">
                <a:solidFill>
                  <a:srgbClr val="000000"/>
                </a:solidFill>
              </a:rPr>
              <a:t>Work with both Dementia and non-Dementia residents</a:t>
            </a:r>
            <a:endParaRPr sz="2100">
              <a:solidFill>
                <a:srgbClr val="000000"/>
              </a:solidFill>
            </a:endParaRPr>
          </a:p>
          <a:p>
            <a:pPr indent="-361950" lvl="0" marL="457200" rtl="0" algn="l">
              <a:lnSpc>
                <a:spcPct val="150000"/>
              </a:lnSpc>
              <a:spcBef>
                <a:spcPts val="0"/>
              </a:spcBef>
              <a:spcAft>
                <a:spcPts val="0"/>
              </a:spcAft>
              <a:buClr>
                <a:srgbClr val="000000"/>
              </a:buClr>
              <a:buSzPts val="2100"/>
              <a:buChar char="●"/>
            </a:pPr>
            <a:r>
              <a:rPr lang="en" sz="2100">
                <a:solidFill>
                  <a:srgbClr val="000000"/>
                </a:solidFill>
              </a:rPr>
              <a:t>Lead seniors in brain exercises consisting of </a:t>
            </a:r>
            <a:r>
              <a:rPr lang="en" sz="2100">
                <a:solidFill>
                  <a:srgbClr val="000000"/>
                </a:solidFill>
              </a:rPr>
              <a:t>writing, math, and reading</a:t>
            </a:r>
            <a:endParaRPr sz="2100">
              <a:solidFill>
                <a:srgbClr val="000000"/>
              </a:solidFill>
            </a:endParaRPr>
          </a:p>
          <a:p>
            <a:pPr indent="-361950" lvl="0" marL="457200" rtl="0" algn="l">
              <a:lnSpc>
                <a:spcPct val="150000"/>
              </a:lnSpc>
              <a:spcBef>
                <a:spcPts val="0"/>
              </a:spcBef>
              <a:spcAft>
                <a:spcPts val="0"/>
              </a:spcAft>
              <a:buClr>
                <a:srgbClr val="000000"/>
              </a:buClr>
              <a:buSzPts val="2100"/>
              <a:buChar char="●"/>
            </a:pPr>
            <a:r>
              <a:rPr lang="en" sz="2100">
                <a:solidFill>
                  <a:srgbClr val="000000"/>
                </a:solidFill>
              </a:rPr>
              <a:t>Work with participants for 30 minute - 45 minutes multiple times a week (virtually or in-person if possible)</a:t>
            </a:r>
            <a:endParaRPr sz="2100">
              <a:solidFill>
                <a:srgbClr val="000000"/>
              </a:solidFill>
            </a:endParaRPr>
          </a:p>
          <a:p>
            <a:pPr indent="0" lvl="0" marL="457200" rtl="0" algn="l">
              <a:lnSpc>
                <a:spcPct val="150000"/>
              </a:lnSpc>
              <a:spcBef>
                <a:spcPts val="1600"/>
              </a:spcBef>
              <a:spcAft>
                <a:spcPts val="0"/>
              </a:spcAft>
              <a:buNone/>
            </a:pPr>
            <a:r>
              <a:t/>
            </a:r>
            <a:endParaRPr sz="2100">
              <a:solidFill>
                <a:srgbClr val="000000"/>
              </a:solidFill>
            </a:endParaRPr>
          </a:p>
          <a:p>
            <a:pPr indent="0" lvl="0" marL="0" rtl="0" algn="l">
              <a:spcBef>
                <a:spcPts val="1600"/>
              </a:spcBef>
              <a:spcAft>
                <a:spcPts val="16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pic>
        <p:nvPicPr>
          <p:cNvPr id="115" name="Google Shape;115;p18"/>
          <p:cNvPicPr preferRelativeResize="0"/>
          <p:nvPr/>
        </p:nvPicPr>
        <p:blipFill>
          <a:blip r:embed="rId3">
            <a:alphaModFix/>
          </a:blip>
          <a:stretch>
            <a:fillRect/>
          </a:stretch>
        </p:blipFill>
        <p:spPr>
          <a:xfrm>
            <a:off x="0" y="0"/>
            <a:ext cx="2341425" cy="2498724"/>
          </a:xfrm>
          <a:prstGeom prst="rect">
            <a:avLst/>
          </a:prstGeom>
          <a:noFill/>
          <a:ln>
            <a:noFill/>
          </a:ln>
        </p:spPr>
      </p:pic>
      <p:pic>
        <p:nvPicPr>
          <p:cNvPr id="116" name="Google Shape;116;p18"/>
          <p:cNvPicPr preferRelativeResize="0"/>
          <p:nvPr/>
        </p:nvPicPr>
        <p:blipFill>
          <a:blip r:embed="rId4">
            <a:alphaModFix/>
          </a:blip>
          <a:stretch>
            <a:fillRect/>
          </a:stretch>
        </p:blipFill>
        <p:spPr>
          <a:xfrm>
            <a:off x="5011050" y="2392225"/>
            <a:ext cx="4132951" cy="2453524"/>
          </a:xfrm>
          <a:prstGeom prst="rect">
            <a:avLst/>
          </a:prstGeom>
          <a:noFill/>
          <a:ln>
            <a:noFill/>
          </a:ln>
        </p:spPr>
      </p:pic>
      <p:pic>
        <p:nvPicPr>
          <p:cNvPr id="117" name="Google Shape;117;p18"/>
          <p:cNvPicPr preferRelativeResize="0"/>
          <p:nvPr/>
        </p:nvPicPr>
        <p:blipFill rotWithShape="1">
          <a:blip r:embed="rId5">
            <a:alphaModFix/>
          </a:blip>
          <a:srcRect b="-23490" l="0" r="0" t="23490"/>
          <a:stretch/>
        </p:blipFill>
        <p:spPr>
          <a:xfrm>
            <a:off x="2409388" y="0"/>
            <a:ext cx="2820787" cy="3044102"/>
          </a:xfrm>
          <a:prstGeom prst="rect">
            <a:avLst/>
          </a:prstGeom>
          <a:noFill/>
          <a:ln>
            <a:noFill/>
          </a:ln>
        </p:spPr>
      </p:pic>
      <p:pic>
        <p:nvPicPr>
          <p:cNvPr id="118" name="Google Shape;118;p18"/>
          <p:cNvPicPr preferRelativeResize="0"/>
          <p:nvPr/>
        </p:nvPicPr>
        <p:blipFill>
          <a:blip r:embed="rId6">
            <a:alphaModFix/>
          </a:blip>
          <a:stretch>
            <a:fillRect/>
          </a:stretch>
        </p:blipFill>
        <p:spPr>
          <a:xfrm>
            <a:off x="5295025" y="0"/>
            <a:ext cx="3848975" cy="2329926"/>
          </a:xfrm>
          <a:prstGeom prst="rect">
            <a:avLst/>
          </a:prstGeom>
          <a:noFill/>
          <a:ln>
            <a:noFill/>
          </a:ln>
        </p:spPr>
      </p:pic>
      <p:pic>
        <p:nvPicPr>
          <p:cNvPr id="119" name="Google Shape;119;p18"/>
          <p:cNvPicPr preferRelativeResize="0"/>
          <p:nvPr/>
        </p:nvPicPr>
        <p:blipFill>
          <a:blip r:embed="rId7">
            <a:alphaModFix/>
          </a:blip>
          <a:stretch>
            <a:fillRect/>
          </a:stretch>
        </p:blipFill>
        <p:spPr>
          <a:xfrm>
            <a:off x="25" y="2563325"/>
            <a:ext cx="2341427" cy="2250300"/>
          </a:xfrm>
          <a:prstGeom prst="rect">
            <a:avLst/>
          </a:prstGeom>
          <a:noFill/>
          <a:ln>
            <a:noFill/>
          </a:ln>
        </p:spPr>
      </p:pic>
      <p:pic>
        <p:nvPicPr>
          <p:cNvPr id="120" name="Google Shape;120;p18"/>
          <p:cNvPicPr preferRelativeResize="0"/>
          <p:nvPr/>
        </p:nvPicPr>
        <p:blipFill>
          <a:blip r:embed="rId8">
            <a:alphaModFix/>
          </a:blip>
          <a:stretch>
            <a:fillRect/>
          </a:stretch>
        </p:blipFill>
        <p:spPr>
          <a:xfrm>
            <a:off x="2409400" y="2392225"/>
            <a:ext cx="2506075" cy="24214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9"/>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500" u="sng"/>
              <a:t>Writing/Trivia </a:t>
            </a:r>
            <a:r>
              <a:rPr lang="en" sz="3500" u="sng"/>
              <a:t>Exercise Example</a:t>
            </a:r>
            <a:endParaRPr sz="3500" u="sng"/>
          </a:p>
        </p:txBody>
      </p:sp>
      <p:sp>
        <p:nvSpPr>
          <p:cNvPr id="126" name="Google Shape;126;p19"/>
          <p:cNvSpPr txBox="1"/>
          <p:nvPr>
            <p:ph idx="1" type="body"/>
          </p:nvPr>
        </p:nvSpPr>
        <p:spPr>
          <a:xfrm>
            <a:off x="471550" y="1474350"/>
            <a:ext cx="7351800" cy="1788600"/>
          </a:xfrm>
          <a:prstGeom prst="rect">
            <a:avLst/>
          </a:prstGeom>
        </p:spPr>
        <p:txBody>
          <a:bodyPr anchorCtr="0" anchor="t" bIns="91425" lIns="91425" spcFirstLastPara="1" rIns="91425" wrap="square" tIns="91425">
            <a:noAutofit/>
          </a:bodyPr>
          <a:lstStyle/>
          <a:p>
            <a:pPr indent="-406400" lvl="0" marL="457200" rtl="0" algn="ctr">
              <a:spcBef>
                <a:spcPts val="0"/>
              </a:spcBef>
              <a:spcAft>
                <a:spcPts val="0"/>
              </a:spcAft>
              <a:buClr>
                <a:srgbClr val="000000"/>
              </a:buClr>
              <a:buSzPts val="2800"/>
              <a:buAutoNum type="arabicPeriod"/>
            </a:pPr>
            <a:r>
              <a:rPr b="1" lang="en" sz="2800">
                <a:solidFill>
                  <a:srgbClr val="000000"/>
                </a:solidFill>
                <a:highlight>
                  <a:srgbClr val="FFFFFF"/>
                </a:highlight>
              </a:rPr>
              <a:t>What is the capital of Arizona?</a:t>
            </a:r>
            <a:endParaRPr b="1" sz="2800">
              <a:solidFill>
                <a:srgbClr val="000000"/>
              </a:solidFill>
              <a:highlight>
                <a:srgbClr val="FFFFFF"/>
              </a:highlight>
            </a:endParaRPr>
          </a:p>
          <a:p>
            <a:pPr indent="0" lvl="0" marL="457200" rtl="0" algn="ctr">
              <a:spcBef>
                <a:spcPts val="2100"/>
              </a:spcBef>
              <a:spcAft>
                <a:spcPts val="0"/>
              </a:spcAft>
              <a:buNone/>
            </a:pPr>
            <a:r>
              <a:t/>
            </a:r>
            <a:endParaRPr b="1" sz="100">
              <a:solidFill>
                <a:srgbClr val="000000"/>
              </a:solidFill>
              <a:highlight>
                <a:srgbClr val="FFFFFF"/>
              </a:highlight>
            </a:endParaRPr>
          </a:p>
          <a:p>
            <a:pPr indent="-406400" lvl="0" marL="457200" rtl="0" algn="ctr">
              <a:spcBef>
                <a:spcPts val="2100"/>
              </a:spcBef>
              <a:spcAft>
                <a:spcPts val="0"/>
              </a:spcAft>
              <a:buClr>
                <a:srgbClr val="000000"/>
              </a:buClr>
              <a:buSzPts val="2800"/>
              <a:buAutoNum type="arabicPeriod"/>
            </a:pPr>
            <a:r>
              <a:rPr b="1" lang="en" sz="2800">
                <a:solidFill>
                  <a:srgbClr val="000000"/>
                </a:solidFill>
                <a:highlight>
                  <a:srgbClr val="FFFFFF"/>
                </a:highlight>
              </a:rPr>
              <a:t>Which president is on the penny?</a:t>
            </a:r>
            <a:endParaRPr b="1" sz="2800">
              <a:solidFill>
                <a:srgbClr val="000000"/>
              </a:solidFill>
              <a:highlight>
                <a:srgbClr val="FFFFFF"/>
              </a:high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0"/>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600" u="sng"/>
              <a:t>Math Exercise Examples</a:t>
            </a:r>
            <a:endParaRPr sz="3600" u="sng"/>
          </a:p>
        </p:txBody>
      </p:sp>
      <p:sp>
        <p:nvSpPr>
          <p:cNvPr id="132" name="Google Shape;132;p20"/>
          <p:cNvSpPr txBox="1"/>
          <p:nvPr>
            <p:ph idx="1" type="body"/>
          </p:nvPr>
        </p:nvSpPr>
        <p:spPr>
          <a:xfrm>
            <a:off x="880725" y="1485325"/>
            <a:ext cx="8520600" cy="3339000"/>
          </a:xfrm>
          <a:prstGeom prst="rect">
            <a:avLst/>
          </a:prstGeom>
        </p:spPr>
        <p:txBody>
          <a:bodyPr anchorCtr="0" anchor="t" bIns="91425" lIns="91425" spcFirstLastPara="1" rIns="91425" wrap="square" tIns="91425">
            <a:noAutofit/>
          </a:bodyPr>
          <a:lstStyle/>
          <a:p>
            <a:pPr indent="0" lvl="0" marL="0" rtl="0" algn="l">
              <a:lnSpc>
                <a:spcPct val="200000"/>
              </a:lnSpc>
              <a:spcBef>
                <a:spcPts val="0"/>
              </a:spcBef>
              <a:spcAft>
                <a:spcPts val="0"/>
              </a:spcAft>
              <a:buNone/>
            </a:pPr>
            <a:r>
              <a:rPr lang="en" sz="4800">
                <a:solidFill>
                  <a:srgbClr val="000000"/>
                </a:solidFill>
                <a:latin typeface="Arial"/>
                <a:ea typeface="Arial"/>
                <a:cs typeface="Arial"/>
                <a:sym typeface="Arial"/>
              </a:rPr>
              <a:t> 4 + 4 = 		       11 x 3 = 			</a:t>
            </a:r>
            <a:endParaRPr sz="4800">
              <a:solidFill>
                <a:srgbClr val="000000"/>
              </a:solidFill>
              <a:latin typeface="Arial"/>
              <a:ea typeface="Arial"/>
              <a:cs typeface="Arial"/>
              <a:sym typeface="Arial"/>
            </a:endParaRPr>
          </a:p>
          <a:p>
            <a:pPr indent="0" lvl="0" marL="0" rtl="0" algn="l">
              <a:lnSpc>
                <a:spcPct val="200000"/>
              </a:lnSpc>
              <a:spcBef>
                <a:spcPts val="0"/>
              </a:spcBef>
              <a:spcAft>
                <a:spcPts val="0"/>
              </a:spcAft>
              <a:buNone/>
            </a:pPr>
            <a:r>
              <a:rPr lang="en" sz="4800">
                <a:solidFill>
                  <a:srgbClr val="000000"/>
                </a:solidFill>
                <a:latin typeface="Arial"/>
                <a:ea typeface="Arial"/>
                <a:cs typeface="Arial"/>
                <a:sym typeface="Arial"/>
              </a:rPr>
              <a:t>16 </a:t>
            </a:r>
            <a:r>
              <a:rPr lang="en" sz="4800">
                <a:solidFill>
                  <a:srgbClr val="222222"/>
                </a:solidFill>
                <a:highlight>
                  <a:srgbClr val="FFFFFF"/>
                </a:highlight>
                <a:latin typeface="Arial"/>
                <a:ea typeface="Arial"/>
                <a:cs typeface="Arial"/>
                <a:sym typeface="Arial"/>
              </a:rPr>
              <a:t>÷</a:t>
            </a:r>
            <a:r>
              <a:rPr lang="en" sz="4800">
                <a:solidFill>
                  <a:srgbClr val="000000"/>
                </a:solidFill>
                <a:latin typeface="Arial"/>
                <a:ea typeface="Arial"/>
                <a:cs typeface="Arial"/>
                <a:sym typeface="Arial"/>
              </a:rPr>
              <a:t> 8 =          24 </a:t>
            </a:r>
            <a:r>
              <a:rPr lang="en" sz="4800">
                <a:solidFill>
                  <a:srgbClr val="222222"/>
                </a:solidFill>
                <a:highlight>
                  <a:srgbClr val="FFFFFF"/>
                </a:highlight>
                <a:latin typeface="Arial"/>
                <a:ea typeface="Arial"/>
                <a:cs typeface="Arial"/>
                <a:sym typeface="Arial"/>
              </a:rPr>
              <a:t>÷</a:t>
            </a:r>
            <a:r>
              <a:rPr lang="en" sz="4800">
                <a:solidFill>
                  <a:srgbClr val="000000"/>
                </a:solidFill>
                <a:latin typeface="Arial"/>
                <a:ea typeface="Arial"/>
                <a:cs typeface="Arial"/>
                <a:sym typeface="Arial"/>
              </a:rPr>
              <a:t> 12 =</a:t>
            </a:r>
            <a:endParaRPr sz="4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1"/>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u="sng"/>
              <a:t>Reading Section Example</a:t>
            </a:r>
            <a:endParaRPr u="sng"/>
          </a:p>
        </p:txBody>
      </p:sp>
      <p:sp>
        <p:nvSpPr>
          <p:cNvPr id="138" name="Google Shape;138;p21"/>
          <p:cNvSpPr txBox="1"/>
          <p:nvPr>
            <p:ph idx="1" type="body"/>
          </p:nvPr>
        </p:nvSpPr>
        <p:spPr>
          <a:xfrm>
            <a:off x="646950" y="1126425"/>
            <a:ext cx="7850100" cy="3339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900">
                <a:solidFill>
                  <a:srgbClr val="2D2D2D"/>
                </a:solidFill>
              </a:rPr>
              <a:t>“Michael Joseph Jackson (August 29, 1958 – June 25, 2009) was an American singer, songwriter, and dancer. Dubbed the " </a:t>
            </a:r>
            <a:r>
              <a:rPr lang="en" sz="1900">
                <a:solidFill>
                  <a:srgbClr val="000000"/>
                </a:solidFill>
              </a:rPr>
              <a:t>King of Pop</a:t>
            </a:r>
            <a:r>
              <a:rPr lang="en" sz="1900">
                <a:solidFill>
                  <a:srgbClr val="0D1994"/>
                </a:solidFill>
              </a:rPr>
              <a:t> </a:t>
            </a:r>
            <a:r>
              <a:rPr lang="en" sz="1900">
                <a:solidFill>
                  <a:srgbClr val="2D2D2D"/>
                </a:solidFill>
              </a:rPr>
              <a:t>", he is widely regarded as one of the most significant cultural figures of the 20th century and one of the greatest entertainers of all time. He was also known for his unorthodox lifestyle, residing in a private amusement park he called </a:t>
            </a:r>
            <a:r>
              <a:rPr lang="en" sz="1900">
                <a:solidFill>
                  <a:srgbClr val="000000"/>
                </a:solidFill>
              </a:rPr>
              <a:t>Neverland Ranch</a:t>
            </a:r>
            <a:r>
              <a:rPr lang="en" sz="1900">
                <a:solidFill>
                  <a:srgbClr val="0D1994"/>
                </a:solidFill>
              </a:rPr>
              <a:t> </a:t>
            </a:r>
            <a:r>
              <a:rPr lang="en" sz="1900">
                <a:solidFill>
                  <a:srgbClr val="2D2D2D"/>
                </a:solidFill>
              </a:rPr>
              <a:t>, and often becoming the focus of </a:t>
            </a:r>
            <a:r>
              <a:rPr lang="en" sz="1900">
                <a:solidFill>
                  <a:srgbClr val="000000"/>
                </a:solidFill>
              </a:rPr>
              <a:t>tabloid </a:t>
            </a:r>
            <a:r>
              <a:rPr lang="en" sz="1900">
                <a:solidFill>
                  <a:srgbClr val="2D2D2D"/>
                </a:solidFill>
              </a:rPr>
              <a:t>scrutiny. Jackson's contributions to music, dance, and fashion, along with his publicized personal life, made him a global figure in </a:t>
            </a:r>
            <a:r>
              <a:rPr lang="en" sz="1900">
                <a:solidFill>
                  <a:srgbClr val="000000"/>
                </a:solidFill>
              </a:rPr>
              <a:t>popular culture</a:t>
            </a:r>
            <a:r>
              <a:rPr lang="en" sz="1900">
                <a:solidFill>
                  <a:srgbClr val="0D1994"/>
                </a:solidFill>
              </a:rPr>
              <a:t> </a:t>
            </a:r>
            <a:r>
              <a:rPr lang="en" sz="1900">
                <a:solidFill>
                  <a:srgbClr val="2D2D2D"/>
                </a:solidFill>
              </a:rPr>
              <a:t>for over four decades.”</a:t>
            </a:r>
            <a:endParaRPr sz="1900">
              <a:solidFill>
                <a:srgbClr val="2D2D2D"/>
              </a:solidFill>
            </a:endParaRPr>
          </a:p>
          <a:p>
            <a:pPr indent="0" lvl="0" marL="0" rtl="0" algn="ctr">
              <a:spcBef>
                <a:spcPts val="0"/>
              </a:spcBef>
              <a:spcAft>
                <a:spcPts val="0"/>
              </a:spcAft>
              <a:buNone/>
            </a:pPr>
            <a:r>
              <a:t/>
            </a:r>
            <a:endParaRPr sz="2300">
              <a:solidFill>
                <a:srgbClr val="000000"/>
              </a:solidFill>
            </a:endParaRPr>
          </a:p>
          <a:p>
            <a:pPr indent="0" lvl="0" marL="0" rtl="0" algn="l">
              <a:spcBef>
                <a:spcPts val="0"/>
              </a:spcBef>
              <a:spcAft>
                <a:spcPts val="16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2"/>
          <p:cNvSpPr txBox="1"/>
          <p:nvPr>
            <p:ph type="title"/>
          </p:nvPr>
        </p:nvSpPr>
        <p:spPr>
          <a:xfrm>
            <a:off x="311700" y="410000"/>
            <a:ext cx="8520600" cy="607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u="sng"/>
              <a:t>What are the Benefits of BEI for students?</a:t>
            </a:r>
            <a:endParaRPr u="sng"/>
          </a:p>
        </p:txBody>
      </p:sp>
      <p:sp>
        <p:nvSpPr>
          <p:cNvPr id="144" name="Google Shape;144;p22"/>
          <p:cNvSpPr txBox="1"/>
          <p:nvPr>
            <p:ph idx="1" type="body"/>
          </p:nvPr>
        </p:nvSpPr>
        <p:spPr>
          <a:xfrm>
            <a:off x="311700" y="1017800"/>
            <a:ext cx="8520600" cy="3339000"/>
          </a:xfrm>
          <a:prstGeom prst="rect">
            <a:avLst/>
          </a:prstGeom>
        </p:spPr>
        <p:txBody>
          <a:bodyPr anchorCtr="0" anchor="t" bIns="91425" lIns="91425" spcFirstLastPara="1" rIns="91425" wrap="square" tIns="91425">
            <a:noAutofit/>
          </a:bodyPr>
          <a:lstStyle/>
          <a:p>
            <a:pPr indent="-361950" lvl="0" marL="457200" rtl="0" algn="l">
              <a:spcBef>
                <a:spcPts val="0"/>
              </a:spcBef>
              <a:spcAft>
                <a:spcPts val="0"/>
              </a:spcAft>
              <a:buClr>
                <a:srgbClr val="181818"/>
              </a:buClr>
              <a:buSzPts val="2100"/>
              <a:buChar char="●"/>
            </a:pPr>
            <a:r>
              <a:rPr lang="en" sz="2100">
                <a:solidFill>
                  <a:srgbClr val="181818"/>
                </a:solidFill>
              </a:rPr>
              <a:t>Learn more about yourself and grow as a person! </a:t>
            </a:r>
            <a:endParaRPr sz="2100">
              <a:solidFill>
                <a:srgbClr val="181818"/>
              </a:solidFill>
            </a:endParaRPr>
          </a:p>
          <a:p>
            <a:pPr indent="-349250" lvl="1" marL="914400" rtl="0" algn="l">
              <a:spcBef>
                <a:spcPts val="0"/>
              </a:spcBef>
              <a:spcAft>
                <a:spcPts val="0"/>
              </a:spcAft>
              <a:buClr>
                <a:srgbClr val="181818"/>
              </a:buClr>
              <a:buSzPts val="1900"/>
              <a:buChar char="○"/>
            </a:pPr>
            <a:r>
              <a:rPr lang="en" sz="1900">
                <a:solidFill>
                  <a:srgbClr val="181818"/>
                </a:solidFill>
              </a:rPr>
              <a:t>Do you enjoy people-oriented jobs/opportunities? Do you enjoy working with elderly individuals? Do you flourish in leadership and teaching positions?</a:t>
            </a:r>
            <a:endParaRPr sz="1900">
              <a:solidFill>
                <a:srgbClr val="181818"/>
              </a:solidFill>
            </a:endParaRPr>
          </a:p>
          <a:p>
            <a:pPr indent="-361950" lvl="0" marL="457200" rtl="0" algn="l">
              <a:spcBef>
                <a:spcPts val="0"/>
              </a:spcBef>
              <a:spcAft>
                <a:spcPts val="0"/>
              </a:spcAft>
              <a:buClr>
                <a:srgbClr val="181818"/>
              </a:buClr>
              <a:buSzPts val="2100"/>
              <a:buChar char="●"/>
            </a:pPr>
            <a:r>
              <a:rPr lang="en" sz="2100">
                <a:solidFill>
                  <a:srgbClr val="181818"/>
                </a:solidFill>
              </a:rPr>
              <a:t>Earn invaluable volunteer experience</a:t>
            </a:r>
            <a:endParaRPr sz="2100">
              <a:solidFill>
                <a:srgbClr val="181818"/>
              </a:solidFill>
            </a:endParaRPr>
          </a:p>
          <a:p>
            <a:pPr indent="-349250" lvl="1" marL="914400" rtl="0" algn="l">
              <a:spcBef>
                <a:spcPts val="0"/>
              </a:spcBef>
              <a:spcAft>
                <a:spcPts val="0"/>
              </a:spcAft>
              <a:buClr>
                <a:srgbClr val="181818"/>
              </a:buClr>
              <a:buSzPts val="1900"/>
              <a:buChar char="○"/>
            </a:pPr>
            <a:r>
              <a:rPr lang="en" sz="1900">
                <a:solidFill>
                  <a:srgbClr val="181818"/>
                </a:solidFill>
              </a:rPr>
              <a:t>Can help with applying for Graduate School, Medical School, Job opportunities, etc.</a:t>
            </a:r>
            <a:endParaRPr sz="1900">
              <a:solidFill>
                <a:srgbClr val="181818"/>
              </a:solidFill>
            </a:endParaRPr>
          </a:p>
          <a:p>
            <a:pPr indent="-361950" lvl="0" marL="457200" rtl="0" algn="l">
              <a:spcBef>
                <a:spcPts val="0"/>
              </a:spcBef>
              <a:spcAft>
                <a:spcPts val="0"/>
              </a:spcAft>
              <a:buClr>
                <a:srgbClr val="181818"/>
              </a:buClr>
              <a:buSzPts val="2100"/>
              <a:buChar char="●"/>
            </a:pPr>
            <a:r>
              <a:rPr lang="en" sz="2100">
                <a:solidFill>
                  <a:srgbClr val="181818"/>
                </a:solidFill>
              </a:rPr>
              <a:t>BEI sessions count as volunteer hours for Honors                Program </a:t>
            </a:r>
            <a:endParaRPr sz="2100">
              <a:solidFill>
                <a:srgbClr val="181818"/>
              </a:solidFill>
            </a:endParaRPr>
          </a:p>
          <a:p>
            <a:pPr indent="0" lvl="0" marL="457200" rtl="0" algn="l">
              <a:spcBef>
                <a:spcPts val="1600"/>
              </a:spcBef>
              <a:spcAft>
                <a:spcPts val="1600"/>
              </a:spcAft>
              <a:buNone/>
            </a:pPr>
            <a:r>
              <a:t/>
            </a:r>
            <a:endParaRPr sz="2100">
              <a:solidFill>
                <a:srgbClr val="181818"/>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3"/>
          <p:cNvSpPr txBox="1"/>
          <p:nvPr>
            <p:ph type="title"/>
          </p:nvPr>
        </p:nvSpPr>
        <p:spPr>
          <a:xfrm>
            <a:off x="311700" y="344200"/>
            <a:ext cx="8520600" cy="607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4200" u="sng"/>
              <a:t>We Believe</a:t>
            </a:r>
            <a:endParaRPr sz="4200" u="sng"/>
          </a:p>
        </p:txBody>
      </p:sp>
      <p:sp>
        <p:nvSpPr>
          <p:cNvPr id="150" name="Google Shape;150;p23"/>
          <p:cNvSpPr txBox="1"/>
          <p:nvPr>
            <p:ph idx="1" type="body"/>
          </p:nvPr>
        </p:nvSpPr>
        <p:spPr>
          <a:xfrm>
            <a:off x="968850" y="1220475"/>
            <a:ext cx="7206300" cy="3339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500">
                <a:solidFill>
                  <a:srgbClr val="181818"/>
                </a:solidFill>
              </a:rPr>
              <a:t>We can create a positive, engaging program for seniors. Doing ​simple brain exercises of math, writing, and reading aloud for about 45 minutes a day</a:t>
            </a:r>
            <a:r>
              <a:rPr lang="en" sz="2500">
                <a:solidFill>
                  <a:srgbClr val="181818"/>
                </a:solidFill>
              </a:rPr>
              <a:t>,</a:t>
            </a:r>
            <a:r>
              <a:rPr lang="en" sz="2500">
                <a:solidFill>
                  <a:srgbClr val="181818"/>
                </a:solidFill>
              </a:rPr>
              <a:t> can brighten the day and improve cognitive functioning!</a:t>
            </a:r>
            <a:endParaRPr sz="2500">
              <a:solidFill>
                <a:srgbClr val="181818"/>
              </a:solidFill>
            </a:endParaRPr>
          </a:p>
          <a:p>
            <a:pPr indent="0" lvl="0" marL="0" rtl="0" algn="l">
              <a:spcBef>
                <a:spcPts val="0"/>
              </a:spcBef>
              <a:spcAft>
                <a:spcPts val="1600"/>
              </a:spcAft>
              <a:buNone/>
            </a:pPr>
            <a:r>
              <a:t/>
            </a:r>
            <a:endParaRPr sz="3600"/>
          </a:p>
        </p:txBody>
      </p:sp>
      <p:pic>
        <p:nvPicPr>
          <p:cNvPr id="151" name="Google Shape;151;p23"/>
          <p:cNvPicPr preferRelativeResize="0"/>
          <p:nvPr/>
        </p:nvPicPr>
        <p:blipFill>
          <a:blip r:embed="rId3">
            <a:alphaModFix/>
          </a:blip>
          <a:stretch>
            <a:fillRect/>
          </a:stretch>
        </p:blipFill>
        <p:spPr>
          <a:xfrm>
            <a:off x="215320" y="3281675"/>
            <a:ext cx="2350775" cy="13728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